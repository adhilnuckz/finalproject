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 – Viva Examination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Server-Side Hosting and Management System for Modern Web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4114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632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M.M.M. Adhil  |  21/COM/475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Ms. Khedika K.    Co-Supervisor: Y. Kalyani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Faculty of Applied Science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Trincomalee Campus, Eastern University, Sri Lanka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and Background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EB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1572768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applications need flexible hosting solutions that support continuous deployment and efficient management.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FEF9E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992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64992" y="1572768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 like cPanel are designed for shared hosting and lack Node.js support. Cloud platforms (AWS, Azure) are powerful but complex and costly for small-scale or educational use.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5352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5352" y="1572768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Linux-based servers (especially Ubuntu) dominate hosting, but managing them requires advanced CLI expertise — a barrier for many users.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681728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1E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Bridge the gap between low-level manual server administration and high-complexity commercial platforms.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 and Research Gap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8755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server management tools do not fully address the needs of modern web hosting on Linux.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Research Aim and Objectives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System Design and Implementation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Hosting Workflow Using the Application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 and Evaluation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440" y="365760"/>
            <a:ext cx="0" cy="44805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Lightweight Server-Side Hosting and Management System</dc:title>
  <dc:subject>PptxGenJS Presentation</dc:subject>
  <dc:creator>PptxGenJS</dc:creator>
  <cp:lastModifiedBy>PptxGenJS</cp:lastModifiedBy>
  <cp:revision>1</cp:revision>
  <dcterms:created xsi:type="dcterms:W3CDTF">2026-06-16T20:32:19Z</dcterms:created>
  <dcterms:modified xsi:type="dcterms:W3CDTF">2026-06-16T20:32:19Z</dcterms:modified>
</cp:coreProperties>
</file>